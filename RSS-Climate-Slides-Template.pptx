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6980" autoAdjust="0"/>
    <p:restoredTop sz="94660"/>
  </p:normalViewPr>
  <p:slideViewPr>
    <p:cSldViewPr snapToGrid="0">
      <p:cViewPr varScale="1">
        <p:scale>
          <a:sx n="97" d="100"/>
          <a:sy n="97" d="100"/>
        </p:scale>
        <p:origin x="5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278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89267D-192F-45F4-B786-A6EED3B1BD13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BDC3C0-CE97-4685-A43B-06B6E5857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0851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6FF1B-FD18-2EC0-7DB3-3DB7D20674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EB7711-AA5E-0385-501F-501BD331DD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A4FD06-B469-EF50-AC02-621057E2F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2406883D-3F25-40E9-8AFB-BAE92341B8A6}" type="datetimeFigureOut">
              <a:rPr lang="en-US" smtClean="0"/>
              <a:pPr/>
              <a:t>12/17/2025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8862F2-F8C9-A0AC-F666-28D0EB219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098B14-666F-542C-5E2A-573AA90F3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904ED921-1BDF-4E1B-B994-1D939A5D33D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6205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805FD-A85B-7BC7-5476-3824DFB78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45C14-2410-8E1D-DEFB-B782AAD824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="0"/>
            </a:lvl1pPr>
            <a:lvl2pPr>
              <a:defRPr b="0"/>
            </a:lvl2pPr>
            <a:lvl3pPr>
              <a:defRPr b="0"/>
            </a:lvl3pPr>
            <a:lvl4pPr>
              <a:defRPr b="0"/>
            </a:lvl4pPr>
            <a:lvl5pPr>
              <a:defRPr b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BFC85C-7D92-B77D-74DA-F8BB91A44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06883D-3F25-40E9-8AFB-BAE92341B8A6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81489F-EE6A-32CC-297C-99F0FF9A8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D0590-7FEE-7EA7-73AE-2A8858A1B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ED921-1BDF-4E1B-B994-1D939A5D3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2643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8311B-948B-22BF-4AD6-565C584C09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847" y="457199"/>
            <a:ext cx="11067393" cy="902031"/>
          </a:xfrm>
        </p:spPr>
        <p:txBody>
          <a:bodyPr anchor="t">
            <a:normAutofit/>
          </a:bodyPr>
          <a:lstStyle>
            <a:lvl1pPr algn="l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87C1F9-9E19-163A-8160-A186496FB4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8280" y="2115972"/>
            <a:ext cx="7135439" cy="4181462"/>
          </a:xfrm>
        </p:spPr>
        <p:txBody>
          <a:bodyPr anchor="ctr"/>
          <a:lstStyle>
            <a:lvl1pPr>
              <a:defRPr sz="3200" b="0"/>
            </a:lvl1pPr>
            <a:lvl2pPr>
              <a:defRPr sz="2800" b="0"/>
            </a:lvl2pPr>
            <a:lvl3pPr>
              <a:defRPr sz="2400" b="0"/>
            </a:lvl3pPr>
            <a:lvl4pPr>
              <a:defRPr sz="2000" b="0"/>
            </a:lvl4pPr>
            <a:lvl5pPr>
              <a:defRPr sz="2000" b="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6F62CB-BE62-B16F-4A4A-29FAC48D32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7670" y="1417803"/>
            <a:ext cx="11067393" cy="639596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F23CE3-57A9-7E9A-1546-A20A7960F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06883D-3F25-40E9-8AFB-BAE92341B8A6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F875B7-2DB4-E052-7CBE-B378BCC87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5C6C90-F983-1B2B-584A-8296D64E2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ED921-1BDF-4E1B-B994-1D939A5D3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0032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0A901-C995-1EF0-542B-90897744F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ctr" anchorCtr="0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4ECCFF-201D-DB1D-83A9-6EDCEE6E01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5226BE-063D-B403-BC33-6E858DE72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06883D-3F25-40E9-8AFB-BAE92341B8A6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9B1AFF-03B1-FC3D-1889-AB3B22053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26BB75-8C42-E43C-B4A2-EA632DC76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ED921-1BDF-4E1B-B994-1D939A5D3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425967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612B0-2962-622F-24E0-7A7980FF8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431007-B38C-D297-C8CA-62560E637F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6A08FA-5E2D-0907-84D0-1A7725D933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DFED1-9B5B-A2FC-789C-555A46F88B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06883D-3F25-40E9-8AFB-BAE92341B8A6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C51D9A-8CBD-66E8-D5D0-F452CA720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B93ECB-0277-040C-3A49-4073B6096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ED921-1BDF-4E1B-B994-1D939A5D3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5155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0F3E4-E95C-431E-C40C-0655231D1B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CDBD3A-D610-1B47-84F4-EFCB8E60FA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194FFE-E59B-D611-C566-DECAD43555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949752-72AF-F67C-39A8-7E73DEB28F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B7D7A3-72F1-5818-4619-BE02B5F9063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525355B-4037-8BD3-3D5A-43D611F73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06883D-3F25-40E9-8AFB-BAE92341B8A6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31E6D2-F513-8ADE-072A-60094A40D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468B4E-56CC-44BD-CB39-3F09160EF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ED921-1BDF-4E1B-B994-1D939A5D3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4855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BF9CD-E12F-079A-4604-C551A35A3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F2C1EB-8EA6-9997-F346-1E8AE087A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06883D-3F25-40E9-8AFB-BAE92341B8A6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767480-D642-A742-B6C1-61CC940B5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B255E0-791D-6DCA-B1EB-E5612FDD8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ED921-1BDF-4E1B-B994-1D939A5D3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195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8736FD1-885A-CC42-DEC6-EFE762454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06883D-3F25-40E9-8AFB-BAE92341B8A6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29472C-09C7-9D27-CE91-A85CBBB31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97B5E9-BFA2-B248-E229-223121B13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ED921-1BDF-4E1B-B994-1D939A5D3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5417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352E8-6483-05EA-CF55-125EBF819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FA5EE7-6DFF-3548-2A4A-02CCEB2717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F42CCF-6B9D-1343-34D2-616666DF6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43BF87-F295-17EB-DACA-E34FA9C3A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06883D-3F25-40E9-8AFB-BAE92341B8A6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A6F518-907C-5409-5E52-DB91C69C2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94473B-31D8-1B0C-47FE-14D6A1DC5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ED921-1BDF-4E1B-B994-1D939A5D3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0771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D37D6-407C-3DCC-3020-0EF876832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5D3BD0-FBE2-6A4C-1EEB-B4E96B170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74D352-0A81-C540-9E1E-85D1E078D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06883D-3F25-40E9-8AFB-BAE92341B8A6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0616BF-AA30-60F8-FD66-7A1A26125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BDEB1A-0D91-10F7-CD8A-031C7729D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ED921-1BDF-4E1B-B994-1D939A5D3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5424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4C2803-F00F-7A9F-DFF0-3FD596E9B7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4FA6BF-8454-1D8D-62D5-BB892A1CCB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D908C6-2DF7-F267-E81A-27BB0980C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06883D-3F25-40E9-8AFB-BAE92341B8A6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1B7A9A-EFD6-ACDF-854C-1F3549998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6490D0-100D-FFA8-3660-CE3485400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ED921-1BDF-4E1B-B994-1D939A5D3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134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gi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FFAD25-BE05-5CBB-BC8E-1476A17A3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96D72E-E87F-46A4-AC30-9A37487717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D76191-63DC-5104-C4D6-C67BBC5B36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2406883D-3F25-40E9-8AFB-BAE92341B8A6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D9834E-A1CB-6121-CB89-F0F030D070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F59731-A3BE-514D-50F3-D82595F99F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904ED921-1BDF-4E1B-B994-1D939A5D33D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6A3888-69F2-5450-2643-DD0405A4CB41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39601" y="72890"/>
            <a:ext cx="467724" cy="610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643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6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kern="1200">
          <a:solidFill>
            <a:schemeClr val="bg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kern="1200">
          <a:solidFill>
            <a:schemeClr val="bg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kern="1200">
          <a:solidFill>
            <a:schemeClr val="bg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kern="1200">
          <a:solidFill>
            <a:schemeClr val="bg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kern="1200">
          <a:solidFill>
            <a:schemeClr val="bg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263C0-EB59-D997-F7EF-B9CEAE0DB4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6309F3-2EFD-9B01-F9A3-1B6EB671A0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4804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A2F45-F46F-0C41-CC0F-3145B9832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CC24F-EE28-B613-A452-CAA812D9C1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2187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72F6A06-B442-3293-24FD-5570EA31D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EAFAE17-8400-0BF5-E8AF-3F040CA23E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027B1B2-145A-C0FB-1B13-67FDED8BA99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036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Robb, Brecken C</dc:creator>
  <cp:lastModifiedBy>Robb, Brecken C</cp:lastModifiedBy>
  <cp:revision>19</cp:revision>
  <dcterms:created xsi:type="dcterms:W3CDTF">2025-09-19T23:09:07Z</dcterms:created>
  <dcterms:modified xsi:type="dcterms:W3CDTF">2025-12-18T00:03:55Z</dcterms:modified>
</cp:coreProperties>
</file>