
<file path=[Content_Types].xml><?xml version="1.0" encoding="utf-8"?>
<Types xmlns="http://schemas.openxmlformats.org/package/2006/content-types">
  <Default Extension="gif" ContentType="image/gi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94660"/>
  </p:normalViewPr>
  <p:slideViewPr>
    <p:cSldViewPr snapToGrid="0">
      <p:cViewPr varScale="1">
        <p:scale>
          <a:sx n="120" d="100"/>
          <a:sy n="120" d="100"/>
        </p:scale>
        <p:origin x="120" y="27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2784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589267D-192F-45F4-B786-A6EED3B1BD13}" type="datetimeFigureOut">
              <a:rPr lang="en-US" smtClean="0"/>
              <a:t>9/22/2025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7BDC3C0-CE97-4685-A43B-06B6E5857B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10851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F6FF1B-FD18-2EC0-7DB3-3DB7D20674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ctr"/>
          <a:lstStyle>
            <a:lvl1pPr algn="ctr">
              <a:defRPr sz="600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0EB7711-AA5E-0385-501F-501BD331DDB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A4FD06-B469-EF50-AC02-621057E2FB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2406883D-3F25-40E9-8AFB-BAE92341B8A6}" type="datetimeFigureOut">
              <a:rPr lang="en-US" smtClean="0"/>
              <a:pPr/>
              <a:t>9/22/2025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8862F2-F8C9-A0AC-F666-28D0EB2198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098B14-666F-542C-5E2A-573AA90F3C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904ED921-1BDF-4E1B-B994-1D939A5D33D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96205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3805FD-A85B-7BC7-5476-3824DFB78B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845C14-2410-8E1D-DEFB-B782AAD824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b="0"/>
            </a:lvl1pPr>
            <a:lvl2pPr>
              <a:defRPr b="0"/>
            </a:lvl2pPr>
            <a:lvl3pPr>
              <a:defRPr b="0"/>
            </a:lvl3pPr>
            <a:lvl4pPr>
              <a:defRPr b="0"/>
            </a:lvl4pPr>
            <a:lvl5pPr>
              <a:defRPr b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BFC85C-7D92-B77D-74DA-F8BB91A44E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06883D-3F25-40E9-8AFB-BAE92341B8A6}" type="datetimeFigureOut">
              <a:rPr lang="en-US" smtClean="0"/>
              <a:t>9/22/2025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81489F-EE6A-32CC-297C-99F0FF9A86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FD0590-7FEE-7EA7-73AE-2A8858A1B5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4ED921-1BDF-4E1B-B994-1D939A5D33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02643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B8311B-948B-22BF-4AD6-565C584C09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t"/>
          <a:lstStyle>
            <a:lvl1pPr algn="l"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87C1F9-9E19-163A-8160-A186496FB4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457200"/>
            <a:ext cx="6172200" cy="5411787"/>
          </a:xfrm>
        </p:spPr>
        <p:txBody>
          <a:bodyPr anchor="ctr"/>
          <a:lstStyle>
            <a:lvl1pPr>
              <a:defRPr sz="3200" b="0"/>
            </a:lvl1pPr>
            <a:lvl2pPr>
              <a:defRPr sz="2800" b="0"/>
            </a:lvl2pPr>
            <a:lvl3pPr>
              <a:defRPr sz="2400" b="0"/>
            </a:lvl3pPr>
            <a:lvl4pPr>
              <a:defRPr sz="2000" b="0"/>
            </a:lvl4pPr>
            <a:lvl5pPr>
              <a:defRPr sz="2000" b="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86F62CB-BE62-B16F-4A4A-29FAC48D32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1F23CE3-57A9-7E9A-1546-A20A7960F2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06883D-3F25-40E9-8AFB-BAE92341B8A6}" type="datetimeFigureOut">
              <a:rPr lang="en-US" smtClean="0"/>
              <a:t>9/22/2025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F875B7-2DB4-E052-7CBE-B378BCC87E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5C6C90-F983-1B2B-584A-8296D64E22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4ED921-1BDF-4E1B-B994-1D939A5D33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50032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30A901-C995-1EF0-542B-90897744FF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4ECCFF-201D-DB1D-83A9-6EDCEE6E01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5226BE-063D-B403-BC33-6E858DE721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06883D-3F25-40E9-8AFB-BAE92341B8A6}" type="datetimeFigureOut">
              <a:rPr lang="en-US" smtClean="0"/>
              <a:t>9/22/2025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9B1AFF-03B1-FC3D-1889-AB3B220536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26BB75-8C42-E43C-B4A2-EA632DC763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4ED921-1BDF-4E1B-B994-1D939A5D33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64259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3612B0-2962-622F-24E0-7A7980FF80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431007-B38C-D297-C8CA-62560E637FA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6A08FA-5E2D-0907-84D0-1A7725D933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D5DFED1-9B5B-A2FC-789C-555A46F88B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06883D-3F25-40E9-8AFB-BAE92341B8A6}" type="datetimeFigureOut">
              <a:rPr lang="en-US" smtClean="0"/>
              <a:t>9/22/2025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C51D9A-8CBD-66E8-D5D0-F452CA7204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EB93ECB-0277-040C-3A49-4073B60969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4ED921-1BDF-4E1B-B994-1D939A5D33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65155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0F3E4-E95C-431E-C40C-0655231D1B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CDBD3A-D610-1B47-84F4-EFCB8E60FA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9194FFE-E59B-D611-C566-DECAD43555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C949752-72AF-F67C-39A8-7E73DEB28F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AB7D7A3-72F1-5818-4619-BE02B5F9063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525355B-4037-8BD3-3D5A-43D611F737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06883D-3F25-40E9-8AFB-BAE92341B8A6}" type="datetimeFigureOut">
              <a:rPr lang="en-US" smtClean="0"/>
              <a:t>9/22/2025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531E6D2-F513-8ADE-072A-60094A40D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2468B4E-56CC-44BD-CB39-3F09160EFF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4ED921-1BDF-4E1B-B994-1D939A5D33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54855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CBF9CD-E12F-079A-4604-C551A35A36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0F2C1EB-8EA6-9997-F346-1E8AE087A4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06883D-3F25-40E9-8AFB-BAE92341B8A6}" type="datetimeFigureOut">
              <a:rPr lang="en-US" smtClean="0"/>
              <a:t>9/22/2025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2767480-D642-A742-B6C1-61CC940B5F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B255E0-791D-6DCA-B1EB-E5612FDD83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4ED921-1BDF-4E1B-B994-1D939A5D33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4195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8736FD1-885A-CC42-DEC6-EFE762454A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06883D-3F25-40E9-8AFB-BAE92341B8A6}" type="datetimeFigureOut">
              <a:rPr lang="en-US" smtClean="0"/>
              <a:t>9/22/2025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B29472C-09C7-9D27-CE91-A85CBBB31D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97B5E9-BFA2-B248-E229-223121B13C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4ED921-1BDF-4E1B-B994-1D939A5D33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85417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1352E8-6483-05EA-CF55-125EBF819C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AFA5EE7-6DFF-3548-2A4A-02CCEB2717F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4F42CCF-6B9D-1343-34D2-616666DF69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43BF87-F295-17EB-DACA-E34FA9C3A8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06883D-3F25-40E9-8AFB-BAE92341B8A6}" type="datetimeFigureOut">
              <a:rPr lang="en-US" smtClean="0"/>
              <a:t>9/22/2025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A6F518-907C-5409-5E52-DB91C69C29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194473B-31D8-1B0C-47FE-14D6A1DC59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4ED921-1BDF-4E1B-B994-1D939A5D33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40771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4D37D6-407C-3DCC-3020-0EF8768325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45D3BD0-FBE2-6A4C-1EEB-B4E96B1701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74D352-0A81-C540-9E1E-85D1E078DC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06883D-3F25-40E9-8AFB-BAE92341B8A6}" type="datetimeFigureOut">
              <a:rPr lang="en-US" smtClean="0"/>
              <a:t>9/22/2025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0616BF-AA30-60F8-FD66-7A1A26125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BDEB1A-0D91-10F7-CD8A-031C7729DA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4ED921-1BDF-4E1B-B994-1D939A5D33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45424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54C2803-F00F-7A9F-DFF0-3FD596E9B7D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74FA6BF-8454-1D8D-62D5-BB892A1CCBE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D908C6-2DF7-F267-E81A-27BB0980CB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06883D-3F25-40E9-8AFB-BAE92341B8A6}" type="datetimeFigureOut">
              <a:rPr lang="en-US" smtClean="0"/>
              <a:t>9/22/2025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1B7A9A-EFD6-ACDF-854C-1F3549998C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6490D0-100D-FFA8-3660-CE34854003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4ED921-1BDF-4E1B-B994-1D939A5D33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41349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gif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7FFAD25-BE05-5CBB-BC8E-1476A17A30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96D72E-E87F-46A4-AC30-9A37487717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D76191-63DC-5104-C4D6-C67BBC5B36E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2406883D-3F25-40E9-8AFB-BAE92341B8A6}" type="datetimeFigureOut">
              <a:rPr lang="en-US" smtClean="0"/>
              <a:pPr/>
              <a:t>9/22/2025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D9834E-A1CB-6121-CB89-F0F030D0704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F59731-A3BE-514D-50F3-D82595F99F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904ED921-1BDF-4E1B-B994-1D939A5D33D0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06A3888-69F2-5450-2643-DD0405A4CB41}"/>
              </a:ext>
            </a:extLst>
          </p:cNvPr>
          <p:cNvPicPr>
            <a:picLocks noChangeAspect="1"/>
          </p:cNvPicPr>
          <p:nvPr userDrawn="1"/>
        </p:nvPicPr>
        <p:blipFill>
          <a:blip r:embed="rId1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539601" y="72890"/>
            <a:ext cx="467724" cy="6106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56438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6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bg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b="0" kern="1200">
          <a:solidFill>
            <a:schemeClr val="bg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b="0" kern="1200">
          <a:solidFill>
            <a:schemeClr val="bg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b="0" kern="1200">
          <a:solidFill>
            <a:schemeClr val="bg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kern="1200">
          <a:solidFill>
            <a:schemeClr val="bg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kern="1200">
          <a:solidFill>
            <a:schemeClr val="bg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7263C0-EB59-D997-F7EF-B9CEAE0DB44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96309F3-2EFD-9B01-F9A3-1B6EB671A0C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34804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A2F45-F46F-0C41-CC0F-3145B98324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1CC24F-EE28-B613-A452-CAA812D9C1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821870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8B9572-40D5-DE38-A60C-2E963EB617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30432F-47D5-F87E-9157-52564935D5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A06642-A642-C3A5-B5C4-4DA5748C9FE0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8047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Robb, Brecken C</dc:creator>
  <cp:lastModifiedBy>Robb, Brecken C</cp:lastModifiedBy>
  <cp:revision>11</cp:revision>
  <dcterms:created xsi:type="dcterms:W3CDTF">2025-09-19T23:09:07Z</dcterms:created>
  <dcterms:modified xsi:type="dcterms:W3CDTF">2025-09-22T18:12:36Z</dcterms:modified>
</cp:coreProperties>
</file>