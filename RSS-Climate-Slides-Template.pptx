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78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9267D-192F-45F4-B786-A6EED3B1BD1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DC3C0-CE97-4685-A43B-06B6E5857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8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FF1B-FD18-2EC0-7DB3-3DB7D2067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B7711-AA5E-0385-501F-501BD331D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4FD06-B469-EF50-AC02-621057E2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406883D-3F25-40E9-8AFB-BAE92341B8A6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862F2-F8C9-A0AC-F666-28D0EB21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98B14-666F-542C-5E2A-573AA90F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04ED921-1BDF-4E1B-B994-1D939A5D33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2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05FD-A85B-7BC7-5476-3824DFB7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45C14-2410-8E1D-DEFB-B782AAD82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FC85C-7D92-B77D-74DA-F8BB91A4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1489F-EE6A-32CC-297C-99F0FF9A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D0590-7FEE-7EA7-73AE-2A8858A1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6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311B-948B-22BF-4AD6-565C584C0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7C1F9-9E19-163A-8160-A186496FB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11787"/>
          </a:xfrm>
        </p:spPr>
        <p:txBody>
          <a:bodyPr anchor="ctr"/>
          <a:lstStyle>
            <a:lvl1pPr>
              <a:defRPr sz="3200" b="0"/>
            </a:lvl1pPr>
            <a:lvl2pPr>
              <a:defRPr sz="2800" b="0"/>
            </a:lvl2pPr>
            <a:lvl3pPr>
              <a:defRPr sz="2400" b="0"/>
            </a:lvl3pPr>
            <a:lvl4pPr>
              <a:defRPr sz="2000" b="0"/>
            </a:lvl4pPr>
            <a:lvl5pPr>
              <a:defRPr sz="20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F62CB-BE62-B16F-4A4A-29FAC48D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3CE3-57A9-7E9A-1546-A20A7960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875B7-2DB4-E052-7CBE-B378BCC8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C6C90-F983-1B2B-584A-8296D64E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0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A901-C995-1EF0-542B-90897744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ECCFF-201D-DB1D-83A9-6EDCEE6E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26BE-063D-B403-BC33-6E858DE7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B1AFF-03B1-FC3D-1889-AB3B2205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6BB75-8C42-E43C-B4A2-EA632DC7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2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12B0-2962-622F-24E0-7A7980FF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1007-B38C-D297-C8CA-62560E637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A08FA-5E2D-0907-84D0-1A7725D93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DFED1-9B5B-A2FC-789C-555A46F8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51D9A-8CBD-66E8-D5D0-F452CA72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93ECB-0277-040C-3A49-4073B609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1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3E4-E95C-431E-C40C-0655231D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DBD3A-D610-1B47-84F4-EFCB8E60F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94FFE-E59B-D611-C566-DECAD4355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49752-72AF-F67C-39A8-7E73DEB28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7D7A3-72F1-5818-4619-BE02B5F90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5355B-4037-8BD3-3D5A-43D611F7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1E6D2-F513-8ADE-072A-60094A40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68B4E-56CC-44BD-CB39-3F09160E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8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F9CD-E12F-079A-4604-C551A35A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2C1EB-8EA6-9997-F346-1E8AE087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67480-D642-A742-B6C1-61CC940B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255E0-791D-6DCA-B1EB-E5612FDD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9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736FD1-885A-CC42-DEC6-EFE76245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9472C-09C7-9D27-CE91-A85CBBB3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7B5E9-BFA2-B248-E229-223121B1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4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52E8-6483-05EA-CF55-125EBF81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A5EE7-6DFF-3548-2A4A-02CCEB271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42CCF-6B9D-1343-34D2-616666DF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3BF87-F295-17EB-DACA-E34FA9C3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6F518-907C-5409-5E52-DB91C69C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4473B-31D8-1B0C-47FE-14D6A1DC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7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37D6-407C-3DCC-3020-0EF87683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D3BD0-FBE2-6A4C-1EEB-B4E96B170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4D352-0A81-C540-9E1E-85D1E078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16BF-AA30-60F8-FD66-7A1A2612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DEB1A-0D91-10F7-CD8A-031C7729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4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C2803-F00F-7A9F-DFF0-3FD596E9B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FA6BF-8454-1D8D-62D5-BB892A1CC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08C6-2DF7-F267-E81A-27BB0980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883D-3F25-40E9-8AFB-BAE92341B8A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B7A9A-EFD6-ACDF-854C-1F354999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490D0-100D-FFA8-3660-CE348540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D921-1BDF-4E1B-B994-1D939A5D3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3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FAD25-BE05-5CBB-BC8E-1476A17A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6D72E-E87F-46A4-AC30-9A3748771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76191-63DC-5104-C4D6-C67BBC5B3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406883D-3F25-40E9-8AFB-BAE92341B8A6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9834E-A1CB-6121-CB89-F0F030D0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59731-A3BE-514D-50F3-D82595F99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04ED921-1BDF-4E1B-B994-1D939A5D33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63C0-EB59-D997-F7EF-B9CEAE0DB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309F3-2EFD-9B01-F9A3-1B6EB671A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48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2F45-F46F-0C41-CC0F-3145B983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CC24F-EE28-B613-A452-CAA812D9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8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B9572-40D5-DE38-A60C-2E963EB6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432F-47D5-F87E-9157-52564935D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06642-A642-C3A5-B5C4-4DA5748C9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Robb, Brecken C</dc:creator>
  <cp:lastModifiedBy>Robb, Brecken C</cp:lastModifiedBy>
  <cp:revision>10</cp:revision>
  <dcterms:created xsi:type="dcterms:W3CDTF">2025-09-19T23:09:07Z</dcterms:created>
  <dcterms:modified xsi:type="dcterms:W3CDTF">2025-09-20T00:02:13Z</dcterms:modified>
</cp:coreProperties>
</file>